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A6679-4DD7-4C49-867E-FAEC159C456B}" v="1" dt="2025-11-15T10:27:30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DF1C75-F596-1F68-78DA-197DA725B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A86AD5E-507B-A838-5D5E-D12A62051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E0DC8A4-4F37-A56A-E4F4-42E7F0C6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3EF6D90-CE8A-7977-951B-68F143F6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580D5BB-8E83-545B-A35D-B6341F9F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0368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27F035-8C41-CD21-91D2-A9C7E284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CA3FE19-B0B9-3010-C139-56BC962BC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B9629A9-20AB-5F70-FAF5-15CD7D09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AAF1822-1214-AD98-D684-C864B931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AB14CF7-4386-3520-3E0E-A75B74A5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4417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D3115-6A38-15DF-A43D-DC26F9BB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75BA9CD-C58A-D9DE-8551-4DE86E605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DE15057-1AC1-B302-1CA9-B28C76A9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22ECB62-3891-AC1C-5C00-903DBBBF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C922B40-8B87-7E6D-DC62-1889B101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129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3E1460-9283-A60D-902F-46E08D948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A456546-A814-EA8D-DC20-30D98DD43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53CD7F2-C3B2-CF0D-8B2D-6CC048EEE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A52E4E2-FF39-11A2-4ABB-9BDFEFD9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89E46F4-D519-559D-3983-E780C184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A0C5C9F-4067-795F-4F3F-32AE2619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8323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27A136-EC24-B3C0-3FDE-BE5B8F39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B496551-4B4A-E4C8-DA66-4375DC245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B1DAA16-448A-A441-73E9-CDBA96DA1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95CE2917-6B1F-4CD4-0558-3AE91D79D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8BEB178-B110-5006-AB25-2363F1F3F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FEC3A53-2D5E-B617-C74D-0BD7D59F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20CBDCA6-064A-403B-101A-4395F956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702534D-3D00-5D93-FC64-DE9FF7A1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981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6B9B36-B47D-F5D9-E3EE-3AD1E8FF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A4EE73C-0B7E-4431-DFC8-CB54BF03C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C0590B2-E02C-34A8-6015-53EFC732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F9E0488-1DFB-C102-6B8A-21936695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2686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0375A53-3FDE-92A6-904F-2E449D04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9A1EB60C-2D4E-6AC0-72E2-37CA0833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C57E4E4-CAFA-D659-FF0F-93F7A844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034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9157A0-3C2F-5037-E646-EFDAEDE82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6CA3E56-37A1-4FDC-5E1C-F7D7E53F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6F13F03-68F7-0D6D-139E-E641602AC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7D94E5D-27F9-F37B-E45D-770B61C0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34311BD-825F-7FEB-5004-31DF64C9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65F378C-3318-A0B6-82BA-E1A3A237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32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ED6CAE-7BE9-B5A6-3EF7-9F74EC96A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6D8330B-C169-7FC7-7461-A9A5A4EB12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FA22A2E-4614-9552-FFA4-E7F4BFA44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BDB7063-86E1-175B-6E9C-B3A773F7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6EB19E-61C3-7983-66C2-470B1D4E4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3DFEB89-DF49-7B5F-0B47-6D8BFE243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6147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24C71-C7A1-C930-E126-E5D97FDE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3B2A3E5-7ABF-6782-A8D8-0C429D0BF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94EB5E8-9D87-63D3-1149-6CA7578D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1D17760-28AF-5605-0B7F-B4C1635E1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FAF8D12-2B86-4EBF-C682-D9799F5A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86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A238E221-6057-071D-CF46-42373F982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7553685-DC91-7304-6C9B-71A486122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CEF60D-7243-0484-3B3F-6E2549B84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C402B1A-3E3A-49FC-D029-3ED3DCB8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2EAEED1-F2B4-88A1-C6EF-A528B40D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61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6A1A8E7-2908-E457-9E2D-E330D03B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298C4E-E7F9-1442-5C77-16E3B0EE1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7FE6032-8668-8285-D077-56AC58E4B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D3C10-CEEB-4F86-A6DE-741DF81A8DDD}" type="datetimeFigureOut">
              <a:rPr lang="da-DK" smtClean="0"/>
              <a:t>15-11-2025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2DB6DCC-39C5-3EC9-3CCB-5A07F9887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0FF706F-1EB0-FD68-26C6-20FA43432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89C1C-20AF-4C90-B8C8-E1389339992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670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7A3E6F85-E17E-E14C-9751-760177B5A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312386" y="2485649"/>
            <a:ext cx="3517119" cy="1758559"/>
          </a:xfrm>
          <a:prstGeom prst="rect">
            <a:avLst/>
          </a:prstGeom>
        </p:spPr>
      </p:pic>
      <p:cxnSp>
        <p:nvCxnSpPr>
          <p:cNvPr id="24" name="Straight Connector 20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lede 4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D984693E-AE51-E89B-6CE1-5BF6E84A4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1" y="2564233"/>
            <a:ext cx="3537345" cy="168908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Billede 2">
            <a:extLst>
              <a:ext uri="{FF2B5EF4-FFF2-40B4-BE49-F238E27FC236}">
                <a16:creationId xmlns:a16="http://schemas.microsoft.com/office/drawing/2014/main" id="{3899DF7B-9793-6FE8-733A-236781E8B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2564233"/>
            <a:ext cx="3517120" cy="1723389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4E89936C-D767-EBCA-A575-2CF2A3BCFF5D}"/>
              </a:ext>
            </a:extLst>
          </p:cNvPr>
          <p:cNvSpPr txBox="1"/>
          <p:nvPr/>
        </p:nvSpPr>
        <p:spPr>
          <a:xfrm>
            <a:off x="4514541" y="865238"/>
            <a:ext cx="3162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dirty="0"/>
              <a:t>GUI </a:t>
            </a:r>
            <a:r>
              <a:rPr lang="da-DK" sz="2800" dirty="0" err="1"/>
              <a:t>Designprocess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34811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Vester</dc:creator>
  <cp:lastModifiedBy>Frederik Vester</cp:lastModifiedBy>
  <cp:revision>2</cp:revision>
  <dcterms:created xsi:type="dcterms:W3CDTF">2025-11-15T09:00:56Z</dcterms:created>
  <dcterms:modified xsi:type="dcterms:W3CDTF">2025-11-15T10:29:57Z</dcterms:modified>
</cp:coreProperties>
</file>